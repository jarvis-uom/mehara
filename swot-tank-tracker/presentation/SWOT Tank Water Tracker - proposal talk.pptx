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d7b9b74-1428-159d-8768-279288159530}">
          <p14:sldIdLst>
            <p14:sldId id="256"/>
            <p14:sldId id="257"/>
            <p14:sldId id="258"/>
          </p14:sldIdLst>
        </p14:section>
        <p14:section name="The satellites" id="{709ecc64-5c6a-9a75-6119-f5c2acf012c6}">
          <p14:sldIdLst>
            <p14:sldId id="259"/>
            <p14:sldId id="260"/>
            <p14:sldId id="261"/>
          </p14:sldIdLst>
        </p14:section>
        <p14:section name="Study and method" id="{64129a62-c53e-d91d-f334-cd5ac7e92511}">
          <p14:sldIdLst>
            <p14:sldId id="262"/>
            <p14:sldId id="263"/>
            <p14:sldId id="264"/>
          </p14:sldIdLst>
        </p14:section>
        <p14:section name="Evidence" id="{529e9dcb-76bf-cb10-0584-8bd226e0ef36}">
          <p14:sldIdLst>
            <p14:sldId id="265"/>
            <p14:sldId id="266"/>
            <p14:sldId id="267"/>
          </p14:sldIdLst>
        </p14:section>
        <p14:section name="Plan" id="{3237a4d3-488c-9a7d-5d16-a6c33cf13ab2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can see the tanks, but not the water in them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reservoirs publish daily water levels; village tanks publish none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10,650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water bodies mapped from satellites, but by area only, with no volume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IFAD,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2920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A shallow tank and a deep tank of the same size hold very different amounts of water.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Cyclone Ditwah, Nov 2025: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1,160 small tanks damaged (Department of Agrarian Development)</a:t>
            </a:r>
            <a:endParaRPr lang="en-US" sz="13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in our study area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entinel inputs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6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50592"/>
            <a:ext cx="987552" cy="1042416"/>
          </a:xfrm>
          <a:prstGeom prst="rect">
            <a:avLst/>
          </a:prstGeom>
        </p:spPr>
      </p:pic>
      <p:pic>
        <p:nvPicPr>
          <p:cNvPr id="7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450592"/>
            <a:ext cx="987552" cy="1042416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063240" y="2628900"/>
            <a:ext cx="54864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9" name="AI water map"/>
          <p:cNvSpPr/>
          <p:nvPr/>
        </p:nvSpPr>
        <p:spPr>
          <a:xfrm>
            <a:off x="361188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79476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7947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2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50592"/>
            <a:ext cx="987552" cy="1042416"/>
          </a:xfrm>
          <a:prstGeom prst="rect">
            <a:avLst/>
          </a:prstGeom>
        </p:spPr>
      </p:pic>
      <p:sp>
        <p:nvSpPr>
          <p:cNvPr id="13" name="SWOT heights"/>
          <p:cNvSpPr/>
          <p:nvPr/>
        </p:nvSpPr>
        <p:spPr>
          <a:xfrm>
            <a:off x="548640" y="43434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Satellite"/>
          <p:cNvSpPr/>
          <p:nvPr/>
        </p:nvSpPr>
        <p:spPr>
          <a:xfrm>
            <a:off x="822960" y="47183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60036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5902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water heights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From NASA's Hydrocron service since July 2023, with poor readings removed</a:t>
            </a:r>
            <a:endParaRPr lang="en-US" sz="1150" dirty="0"/>
          </a:p>
        </p:txBody>
      </p:sp>
      <p:sp>
        <p:nvSpPr>
          <p:cNvPr id="18" name="arrow"/>
          <p:cNvSpPr/>
          <p:nvPr/>
        </p:nvSpPr>
        <p:spPr>
          <a:xfrm>
            <a:off x="6126480" y="2628900"/>
            <a:ext cx="548640" cy="3886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9" name="arrow"/>
          <p:cNvSpPr/>
          <p:nvPr/>
        </p:nvSpPr>
        <p:spPr>
          <a:xfrm flipV="1">
            <a:off x="6126480" y="3931920"/>
            <a:ext cx="548640" cy="10744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0" name="Height-area-volume curve"/>
          <p:cNvSpPr/>
          <p:nvPr/>
        </p:nvSpPr>
        <p:spPr>
          <a:xfrm>
            <a:off x="6675120" y="2331720"/>
            <a:ext cx="2423160" cy="2011680"/>
          </a:xfrm>
          <a:prstGeom prst="roundRect">
            <a:avLst>
              <a:gd name="adj" fmla="val 545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487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Height–area–volume curve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32004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One per tank: each SWOT height paired with the AI water area of the same day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>
            <a:off x="9098280" y="3337560"/>
            <a:ext cx="41148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4" name="Storage"/>
          <p:cNvSpPr/>
          <p:nvPr/>
        </p:nvSpPr>
        <p:spPr>
          <a:xfrm>
            <a:off x="9509760" y="2331720"/>
            <a:ext cx="213055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74352" y="24871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674352" y="3200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Each new water map becomes a volume, shown on a dashboard</a:t>
            </a:r>
            <a:endParaRPr lang="en-US" sz="1150" dirty="0"/>
          </a:p>
        </p:txBody>
      </p:sp>
      <p:sp>
        <p:nvSpPr>
          <p:cNvPr id="27" name="arrow"/>
          <p:cNvSpPr/>
          <p:nvPr/>
        </p:nvSpPr>
        <p:spPr>
          <a:xfrm>
            <a:off x="10575036" y="4343400"/>
            <a:ext cx="0" cy="36576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8" name="Validation"/>
          <p:cNvSpPr/>
          <p:nvPr/>
        </p:nvSpPr>
        <p:spPr>
          <a:xfrm>
            <a:off x="6675120" y="4709160"/>
            <a:ext cx="4965192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29" name="icon FaCheck"/>
          <p:cNvSpPr/>
          <p:nvPr/>
        </p:nvSpPr>
        <p:spPr>
          <a:xfrm>
            <a:off x="6858000" y="49286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505663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543800" y="48463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Irrigation Department gauges and official storage figures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~1 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difference between SWOT and gauges on 4 reservoirs, with readings 13 to 20 days apart</a:t>
            </a:r>
            <a:endParaRPr lang="en-US" sz="1250" dirty="0"/>
          </a:p>
        </p:txBody>
      </p:sp>
      <p:sp>
        <p:nvSpPr>
          <p:cNvPr id="22" name="status OK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OK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on small village tanks, and can its "suspect" readings be trusted?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 readings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AI water area plus SWOT height give storage close to official and measured values?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5875">
            <a:solidFill>
              <a:srgbClr val="D5DDE3"/>
            </a:solidFill>
            <a:prstDash val="dash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storage be forecast 2–4 weeks ahead from recent storage and rainfall?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Stretch goal, compared with a "no change" forecast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Database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of Sri Lankan tank water masks</a:t>
            </a:r>
            <a:endParaRPr lang="en-US" sz="1600" dirty="0"/>
          </a:p>
        </p:txBody>
      </p:sp>
      <p:sp>
        <p:nvSpPr>
          <p:cNvPr id="6" name="icon FaBrain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 AI water map that works under cloud and water plants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Height–area–volume curves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Storage every 5–12 days,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cascade and name checks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AI water model and SWOT curves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2026-10-26T01:10:10Z</dcterms:created>
  <dcterms:modified xsi:type="dcterms:W3CDTF">2026-10-26T01:10:10Z</dcterms:modified>
</cp:coreProperties>
</file>